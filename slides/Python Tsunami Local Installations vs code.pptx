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aleway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  <p:embeddedFont>
      <p:font typeface="Helvetica Neue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boldItalic.fntdata"/><Relationship Id="rId22" Type="http://schemas.openxmlformats.org/officeDocument/2006/relationships/font" Target="fonts/Lato-bold.fntdata"/><Relationship Id="rId21" Type="http://schemas.openxmlformats.org/officeDocument/2006/relationships/font" Target="fonts/Lato-regular.fntdata"/><Relationship Id="rId24" Type="http://schemas.openxmlformats.org/officeDocument/2006/relationships/font" Target="fonts/Lato-boldItalic.fntdata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elveticaNeue-bold.fntdata"/><Relationship Id="rId25" Type="http://schemas.openxmlformats.org/officeDocument/2006/relationships/font" Target="fonts/HelveticaNeue-regular.fntdata"/><Relationship Id="rId28" Type="http://schemas.openxmlformats.org/officeDocument/2006/relationships/font" Target="fonts/HelveticaNeue-boldItalic.fntdata"/><Relationship Id="rId27" Type="http://schemas.openxmlformats.org/officeDocument/2006/relationships/font" Target="fonts/HelveticaNeue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regular.fntdata"/><Relationship Id="rId16" Type="http://schemas.openxmlformats.org/officeDocument/2006/relationships/slide" Target="slides/slide11.xml"/><Relationship Id="rId19" Type="http://schemas.openxmlformats.org/officeDocument/2006/relationships/font" Target="fonts/Raleway-italic.fntdata"/><Relationship Id="rId18" Type="http://schemas.openxmlformats.org/officeDocument/2006/relationships/font" Target="fonts/Ralew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244962144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244962144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244962144d_0_3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244962144d_0_3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26e6258e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26e6258e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ffdf2aa03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ffdf2aa03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226e6258e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2226e6258e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226e6258e1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226e6258e1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fdf2aa039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ffdf2aa039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244962144d_0_3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1244962144d_0_3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ffdf2aa03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ffdf2aa03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244962144d_0_3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244962144d_0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561692" y="882218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7950" y="168350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>
            <a:off x="780900" y="1686025"/>
            <a:ext cx="7179300" cy="894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" name="Google Shape;20;p3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21" name="Google Shape;21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" name="Google Shape;23;p3"/>
          <p:cNvSpPr txBox="1"/>
          <p:nvPr>
            <p:ph type="title"/>
          </p:nvPr>
        </p:nvSpPr>
        <p:spPr>
          <a:xfrm>
            <a:off x="594450" y="1743550"/>
            <a:ext cx="7688400" cy="83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5" name="Google Shape;2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1297975"/>
            <a:ext cx="7688700" cy="30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31" name="Google Shape;31;p4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32" name="Google Shape;32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4" name="Google Shape;3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5"/>
          <p:cNvSpPr txBox="1"/>
          <p:nvPr>
            <p:ph idx="1" type="body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2" type="body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1" name="Google Shape;41;p5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42" name="Google Shape;42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" name="Google Shape;44;p5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pic>
        <p:nvPicPr>
          <p:cNvPr id="45" name="Google Shape;4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0" name="Google Shape;50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6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6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pic>
        <p:nvPicPr>
          <p:cNvPr id="54" name="Google Shape;5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58" name="Google Shape;58;p7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9" name="Google Shape;59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7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7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3" name="Google Shape;63;p7"/>
          <p:cNvSpPr txBox="1"/>
          <p:nvPr>
            <p:ph idx="1" type="body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id="64" name="Google Shape;6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7" name="Google Shape;6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" name="Google Shape;6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 txBox="1"/>
          <p:nvPr>
            <p:ph type="title"/>
          </p:nvPr>
        </p:nvSpPr>
        <p:spPr>
          <a:xfrm>
            <a:off x="486125" y="1133925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4" name="Google Shape;74;p9"/>
          <p:cNvSpPr txBox="1"/>
          <p:nvPr>
            <p:ph idx="1" type="subTitle"/>
          </p:nvPr>
        </p:nvSpPr>
        <p:spPr>
          <a:xfrm>
            <a:off x="1169975" y="225467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5" name="Google Shape;75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76" name="Google Shape;76;p9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77" name="Google Shape;77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" name="Google Shape;79;p9"/>
          <p:cNvSpPr txBox="1"/>
          <p:nvPr>
            <p:ph idx="2" type="body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id="80" name="Google Shape;8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83" name="Google Shape;83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6" name="Google Shape;86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s://www.python.org/downloads/windows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3"/>
          <p:cNvSpPr txBox="1"/>
          <p:nvPr>
            <p:ph type="ctrTitle"/>
          </p:nvPr>
        </p:nvSpPr>
        <p:spPr>
          <a:xfrm>
            <a:off x="727950" y="168350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Python Tsunami</a:t>
            </a:r>
            <a:endParaRPr/>
          </a:p>
        </p:txBody>
      </p:sp>
      <p:sp>
        <p:nvSpPr>
          <p:cNvPr id="98" name="Google Shape;98;p13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/>
              <a:t>Local Installations</a:t>
            </a:r>
            <a:endParaRPr sz="2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/>
          <p:nvPr/>
        </p:nvSpPr>
        <p:spPr>
          <a:xfrm>
            <a:off x="729450" y="1069375"/>
            <a:ext cx="7049100" cy="11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4" name="Google Shape;104;p14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78350" y="867300"/>
            <a:ext cx="56679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Lato"/>
              <a:buChar char="●"/>
            </a:pPr>
            <a:r>
              <a:rPr lang="en-GB"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Free + Open source solution from Microsoft (there are others)</a:t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Lato"/>
              <a:buChar char="●"/>
            </a:pPr>
            <a:r>
              <a:rPr lang="en-GB"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Many programming languages</a:t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Lato"/>
              <a:buChar char="●"/>
            </a:pPr>
            <a:r>
              <a:rPr lang="en-GB"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Github integration</a:t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Lato"/>
              <a:buChar char="●"/>
            </a:pPr>
            <a:r>
              <a:rPr lang="en-GB"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Easy to install</a:t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697900" y="4309425"/>
            <a:ext cx="3216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https://code.visualstudio.com/</a:t>
            </a:r>
            <a:endParaRPr/>
          </a:p>
        </p:txBody>
      </p:sp>
      <p:pic>
        <p:nvPicPr>
          <p:cNvPr id="107" name="Google Shape;10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20225" y="2709950"/>
            <a:ext cx="1610166" cy="159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2816275" y="2091125"/>
            <a:ext cx="4605900" cy="2953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pic>
        <p:nvPicPr>
          <p:cNvPr id="114" name="Google Shape;11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825" y="2145300"/>
            <a:ext cx="6692350" cy="2289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770975" y="1087175"/>
            <a:ext cx="6226500" cy="5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Disable telemetry if you would not like Microsoft collecting your data!</a:t>
            </a:r>
            <a:endParaRPr sz="2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024100"/>
            <a:ext cx="6604423" cy="3966999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Start up</a:t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5215550" y="2487375"/>
            <a:ext cx="2263200" cy="1046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5226225" y="2345050"/>
            <a:ext cx="22632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Lato"/>
                <a:ea typeface="Lato"/>
                <a:cs typeface="Lato"/>
                <a:sym typeface="Lato"/>
              </a:rPr>
              <a:t>When you open a python script it will help you find an interpreter</a:t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3">
            <a:alphaModFix/>
          </a:blip>
          <a:srcRect b="55474" l="0" r="0" t="0"/>
          <a:stretch/>
        </p:blipFill>
        <p:spPr>
          <a:xfrm>
            <a:off x="426650" y="1363325"/>
            <a:ext cx="8290699" cy="229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/>
          <p:nvPr/>
        </p:nvSpPr>
        <p:spPr>
          <a:xfrm>
            <a:off x="2552575" y="2141325"/>
            <a:ext cx="1196100" cy="324900"/>
          </a:xfrm>
          <a:prstGeom prst="ellipse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489450" y="3902575"/>
            <a:ext cx="76887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Windows: Microsoft Store or </a:t>
            </a: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global</a:t>
            </a: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install </a:t>
            </a:r>
            <a:r>
              <a:rPr lang="en-GB" sz="1000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https://www.python.org/downloads/windows/</a:t>
            </a: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Mac: App Store or command line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Linux systems: Command line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37" name="Google Shape;137;p18"/>
          <p:cNvPicPr preferRelativeResize="0"/>
          <p:nvPr/>
        </p:nvPicPr>
        <p:blipFill rotWithShape="1">
          <a:blip r:embed="rId3">
            <a:alphaModFix/>
          </a:blip>
          <a:srcRect b="0" l="0" r="54271" t="0"/>
          <a:stretch/>
        </p:blipFill>
        <p:spPr>
          <a:xfrm>
            <a:off x="758800" y="1064950"/>
            <a:ext cx="2654327" cy="360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/>
          <p:nvPr/>
        </p:nvSpPr>
        <p:spPr>
          <a:xfrm>
            <a:off x="706725" y="2069400"/>
            <a:ext cx="324900" cy="327900"/>
          </a:xfrm>
          <a:prstGeom prst="ellipse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 txBox="1"/>
          <p:nvPr/>
        </p:nvSpPr>
        <p:spPr>
          <a:xfrm>
            <a:off x="3792125" y="1064950"/>
            <a:ext cx="34977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OR check ‘extensions’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As you can see, I also got Jupyter ect because I opened an ipython notebook.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Jupyter</a:t>
            </a:r>
            <a:endParaRPr/>
          </a:p>
        </p:txBody>
      </p:sp>
      <p:sp>
        <p:nvSpPr>
          <p:cNvPr id="145" name="Google Shape;145;p19"/>
          <p:cNvSpPr txBox="1"/>
          <p:nvPr/>
        </p:nvSpPr>
        <p:spPr>
          <a:xfrm>
            <a:off x="6550950" y="1477725"/>
            <a:ext cx="26172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Operate as in colab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lang="en-GB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Code cells and text cells</a:t>
            </a:r>
            <a:br>
              <a:rPr lang="en-GB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lang="en-GB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Run cells with run button or shift+enter</a:t>
            </a:r>
            <a:br>
              <a:rPr lang="en-GB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lang="en-GB" sz="1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Output appears below cell</a:t>
            </a:r>
            <a:endParaRPr sz="1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6" name="Google Shape;14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2650" y="1252850"/>
            <a:ext cx="6017726" cy="373335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1583125" y="663900"/>
            <a:ext cx="44721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VS code can open ipython notebooks: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024100"/>
            <a:ext cx="6604423" cy="3966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Github integration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1166575" y="2845150"/>
            <a:ext cx="1066200" cy="324900"/>
          </a:xfrm>
          <a:prstGeom prst="ellipse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Packages</a:t>
            </a:r>
            <a:endParaRPr/>
          </a:p>
        </p:txBody>
      </p:sp>
      <p:sp>
        <p:nvSpPr>
          <p:cNvPr id="160" name="Google Shape;160;p21"/>
          <p:cNvSpPr txBox="1"/>
          <p:nvPr>
            <p:ph idx="1" type="body"/>
          </p:nvPr>
        </p:nvSpPr>
        <p:spPr>
          <a:xfrm>
            <a:off x="729450" y="1297975"/>
            <a:ext cx="6813000" cy="3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Packages are also called libraries. They are bundles of code that contain a certain functionality.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000"/>
              <a:t>You have already used packages: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000"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2000">
                <a:latin typeface="Courier New"/>
                <a:ea typeface="Courier New"/>
                <a:cs typeface="Courier New"/>
                <a:sym typeface="Courier New"/>
              </a:rPr>
              <a:t>mport pandas as pd</a:t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000">
                <a:latin typeface="Courier New"/>
                <a:ea typeface="Courier New"/>
                <a:cs typeface="Courier New"/>
                <a:sym typeface="Courier New"/>
              </a:rPr>
              <a:t>import plotly.express as px</a:t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/>
              <a:t>You’ll need to have a local install of the package before you can load and use it.</a:t>
            </a:r>
            <a:endParaRPr sz="20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 txBox="1"/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Installing packages</a:t>
            </a:r>
            <a:endParaRPr/>
          </a:p>
        </p:txBody>
      </p:sp>
      <p:pic>
        <p:nvPicPr>
          <p:cNvPr id="166" name="Google Shape;16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750" y="1583525"/>
            <a:ext cx="3989600" cy="2404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 txBox="1"/>
          <p:nvPr/>
        </p:nvSpPr>
        <p:spPr>
          <a:xfrm>
            <a:off x="2124550" y="707150"/>
            <a:ext cx="50676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Now how do you get packages installed?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707225" y="11051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1: Pip + any bash terminal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653875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(Shown Gitbash on Windows)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MacOS has native bash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0" name="Google Shape;170;p22"/>
          <p:cNvSpPr txBox="1"/>
          <p:nvPr/>
        </p:nvSpPr>
        <p:spPr>
          <a:xfrm>
            <a:off x="5082700" y="11380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2: Pip in powershell</a:t>
            </a:r>
            <a:endParaRPr sz="15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1" name="Google Shape;17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6250" y="1582900"/>
            <a:ext cx="3989601" cy="2311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2"/>
          <p:cNvSpPr txBox="1"/>
          <p:nvPr/>
        </p:nvSpPr>
        <p:spPr>
          <a:xfrm>
            <a:off x="5007700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Native Windows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3" name="Google Shape;173;p22"/>
          <p:cNvSpPr txBox="1"/>
          <p:nvPr/>
        </p:nvSpPr>
        <p:spPr>
          <a:xfrm>
            <a:off x="1978950" y="4490700"/>
            <a:ext cx="51861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Some systems have pip3 instead of pip.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 txBox="1"/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Dataset Exercise</a:t>
            </a:r>
            <a:endParaRPr/>
          </a:p>
        </p:txBody>
      </p:sp>
      <p:pic>
        <p:nvPicPr>
          <p:cNvPr id="179" name="Google Shape;179;p23"/>
          <p:cNvPicPr preferRelativeResize="0"/>
          <p:nvPr/>
        </p:nvPicPr>
        <p:blipFill rotWithShape="1">
          <a:blip r:embed="rId3">
            <a:alphaModFix/>
          </a:blip>
          <a:srcRect b="0" l="0" r="0" t="12732"/>
          <a:stretch/>
        </p:blipFill>
        <p:spPr>
          <a:xfrm>
            <a:off x="858800" y="1135800"/>
            <a:ext cx="7060976" cy="34660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3"/>
          <p:cNvSpPr txBox="1"/>
          <p:nvPr/>
        </p:nvSpPr>
        <p:spPr>
          <a:xfrm>
            <a:off x="820525" y="4177450"/>
            <a:ext cx="7225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I’m looking for someone to share in an adventure</a:t>
            </a:r>
            <a:endParaRPr b="1" sz="18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inimal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6E6E6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